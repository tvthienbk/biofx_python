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 — Adjustment for confounding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Regression &amp; Adjustment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What regression can and cannot do for causation — and the precise ways that "controlling for" backfires.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5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Regression as adjustment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OLS is a weighted-average matching estimator under the CIA.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CEF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Regression's target is E[Y|X,Z]; causation needs more than fit.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Omitted-variable bias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What 'controlling for X' really does — and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Good vs. bad controls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taxonomy: confounder, mediator, collider, neutral.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Table 2 fallacy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coefficient is not the same as a causal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Interaction &amp; a real case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Effect modification, and the birth-weight paradox.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II — adjusting for confounding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Last block we defined the problem; now we estimate effects by comparing like with like.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Regression is the workhorse — and the most over-trusted tool in applied work.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This week: when an OLS slope IS the causal effect, and the precise ways it stops being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Method = theory + assumptions + code + a real case, as always.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You will be able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Decide which covariates belong in a regression — from the graph — and defend why the others are left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Regression doesn't know what a confounder is. You do — from the graph. The model just partials out whatever you hand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covariate list is a causal assumption, not a statistical convenience. Choosing it well is most of the job.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Regression as adjustment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OLS is a covariate-adjusted, weighted-average comparison — a matching estimator wearing a linear-algebra costume.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the slope on X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Regress Y on treatment X and covariates Z; the X slope compares units with similar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a variance-weighted average of within-stratum X–Y comparisons.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Frisch–Waugh–Lovell: the slope = residual-X vs residual-Y after partialling out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'control for Z' literally means 'remove Z's linear part from both sides, then compare.'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Matching in disguise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Regression and matching answer the same question; they only differ in how they weight the comparisons.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When is that slope causal?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Conditional independence (CIA / selection-on-observables): Y(0), Y(1) ⫫ X |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words: within levels of Z, treatment is as-good-as-randomly assigned.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E[Y|X,Z] differences in X equal the causal effect of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CIA is an assumption about unobservables — untestable from the data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catch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Better fit does NOT make the CIA more true. Only the right covariates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PREDICTION'S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conditional expectation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CEF is E[Y | X, Z], the best predictor of Y given the regressors.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OLS is the best LINEAR approximation to the CEF — pure description.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Prediction lives entirely at the CEF; it never needs a causal assumption.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Causation = CEF + the claim that Z blocks every back-door path and nothing else.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Two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Describing the CEF is statistics. Calling a CEF slope an effect is a causal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Omitted-variable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Leave out a confounder and its back-door path gets credited to your treatment — with a formula you can compute.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Bias has a precise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Short regression slope = long (correct) slope + bias.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 = (effect of omitted Z on Y) × (slope of Z on 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Both factors non-zero ⇒ confounding; either zero ⇒ no OVB from omitting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Sign of the bias is the product of the two signs — you can predict its direction.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Useful corollary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covariate unrelated to X (or to Y) cannot be a confounder, whatever it does to R².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READING THE DIRECTION OF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Sign of omitted-variable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Z → 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Z → X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Bias in X slope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positive (too 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Ability ↑ wage, ability ↑ school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positive (too high)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Two negatives reinforce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negative (too 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Health ↑ Y, health ↓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any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affects neither path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Takeaway: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You can sign the bias from the graph before you ever run the regression.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Good controls vs. bad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Not all covariates are confounders. Some remove bias, some add it, and some only move the variance.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CORE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Four roles a covariate can 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Adjust?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adjusting does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Good control (confounder)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→ X and Z →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Closes a back-door path — removes bias.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Bad control (mediator)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X → M → Y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Blocks the very effect you want.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Collider (common effect)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X → K ←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Opens a spurious path — adds bias.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Neutral (outcome predictor)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Z → Y only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Optional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Off every back-door — only lowers variance.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The one rule: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Structure, not timing, decides. Read the role off the graph before you touch the regression.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DON'T ADJUST FOR MEDIATORS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mediator hides the effect you want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Drug → blood pressure → stroke: blood pressure is the mechanism.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Control for it and you block the drug's main route to helping.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You'd report only the (small) direct effect and call the drug useless.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Total effect: leave mediators OUT. Direct effect: that's mediation analysis, later.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Anything caused by the treatment is a post-treatment variable — handle with great 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NEVER ADJUST FOR COLLIDERS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collider creates association from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→ K ← Y: the path through K is blocked until you condition on 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Conditioning on K (or on a descendant of K) opens it and biases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Selection is conditioning: studying a filtered sample = adjusting for the filter.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Famous cases: Berkson's bias, and the birth-weight paradox (coming up).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Surprise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Even a pre-treatment covariate can be a collider — see M-bias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M-BIAS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Pre-treatment does not mean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shape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U₁ → Z ← U₂, with U₁ → X and U₂ → Y — the letter 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Left alone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the path X ← U₁ → Z ← U₂ → Y is blocked at the collider Z.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Adjust for Z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you OPEN it and introduce bias that wasn't there.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Lesson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structure, not timing, decides what to control for.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'Control for it to be safe' is exactly wrong when Z is a collider.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Table 2 fallacy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One regression, many coefficients — and the temptation to read every one of them as a causal effect.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coefficient is not an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Y ~ X + Z₁ + Z₂; the output gives a coefficient for each.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X coefficient may be causal — if Z is the right adjustment set for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Z coefficients are adjusted for X, which may be a mediator on Z's own path.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Each variable's causal effect needs its OWN adjustment set — one model can't serve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Westreich &amp; Greenland (2013) named it the 'Table 2 fallacy' after the typical results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Effect of X vs. effect of 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You want: effect of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 for confounders of X →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 belongs in the model.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Read the X coefficient.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Z's coefficient is a nuisance.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You want: effect of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 for confounders of Z →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may be a MEDIATOR — exclude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Different model, maybe different sample.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Don't reuse the first table's Z row.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Interaction &amp; effect modification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When one slope fits no one: letting the effect of X depend on who you 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One effect for everyone is often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single X slope reports an average that may fit no subgroup.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modification: the effect of X on Y differs by a variable 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Add an X×G interaction: each subgroup gets its own slope.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Effect modification (G scales X's effect) ≠ confounding (G biases X's effect).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Coefficient on X = effect at G=0; coefficient on X×G = how much the effect changes per unit 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MODIFICATION VS. CONFOUNDING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variable G can do either, both, or neither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G's 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Affects X?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Affects effect size?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Confounder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 (G → 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adjust for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Effect modifier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interact with it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adjust AND interact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Neither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ignore (maybe precision)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Caution: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Subgroup analyses multiply false positives — pre-specify and correct for multiplicity.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real case: the birth-weight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famous reversal that dissolves the moment you draw the DAG — collider bias in the wild.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BIRTH WEIGHT &amp; SMOKING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smoking looks 'protective' for small babies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finding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Among low-birth-weight infants, those of smoking mothers have LOWER mortality.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graph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Smoking → birth weight; and U (e.g. defects) → birth weight AND → mortality.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trap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Birth weight is a collider of smoking and U; stratifying on it opens Smoking ← BW ← U → Mortality.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resolution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Don't condition on birth weight; the unstratified effect of smoking is harmful, as expected.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'paradox' is collider bias — and the Table 2 fallacy if you read the birth-weight coefficient as causal.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Controlling for more is not being careful. It is making a causal assumption — and the wrong one can invent an effect.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graph decides the covariate list. Fit statistics decide nothing about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short checklist you can apply to any regression before you trust a single coefficient.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ADJUSTMENT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Before you read an OLS slope as an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Draw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DAG for X → Y with every covariate.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Classify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good control, mediator, collider, neutral, M-bias.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Select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valid adjustment set; exclude post-treatment vars.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fit; report only the coefficient you designed for.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Stress-test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sign the OVB; check effect modification.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One coefficient per question. Build the model around the effect you actually want.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REGRESSION CAN AND CANNOT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Honest about the workhorse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Regression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 for measured confounders.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Approximate the CEF for prediction.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Recover effects under the CIA.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Model interactions / heterogeneity.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Regression CANNOT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Fix unmeasured confounding.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Tell a confounder from a collider.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Make every coefficient causal.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Earn the CIA by adding more covariates.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Classify every control before you trust any coefficient.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prove to yourself in code that a good control fixes bias and a bad one creates it — and that a coefficient is not an effect. See you in the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