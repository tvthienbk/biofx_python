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III — Quasi-experimental designs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Synthetic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Build a synthetic version of the treated unit from a weighted blend of untreated ones.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11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setup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One treated unit, a donor pool, a known intervention time.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estimator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Convex donor weights that match the pre-treatment path.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Pre-treatment fit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Why a good pre-period is the whole argument.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Placebo inference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Permuting treatment across units for a p-value.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SC vs. DiD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Data-driven weights versus equal weights and parallel trends.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California Prop 99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canonical tobacco-control case study.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Sometimes only one unit is treated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state passes a law; a region suffers a shock; a single firm adopts a policy. n_treated = 1.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There is no randomized control and no obvious single comparison unit that is 'just like' the treated one.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you have a panel: the treated unit and many untreated 'donor' units, observed over many periods.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Difference-in-differences would average all donors equally and hope for parallel trends — often a stretch.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Synthetic control builds a tailored comparison instead of assuming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Comparative 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One treated unit, a long pre-period, a rich donor pool. This is the niche synthetic control was designed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IDEA IN ONE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Reconstruct the treated unit from a blend of donors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Find weights on the donors so their weighted outcome path matches the treated unit BEFORE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Carry those weights forward: the weighted donors become the synthetic counterfactual after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gap between treated and synthetic in the post-period is the estimated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single donor need resemble the treated unit — the blend does.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Counterfactual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What would the treated unit have looked like had the intervention never happened? The synthetic unit answers that.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estimator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Convex weights chosen to minimize pre-treatment fit error — the optimization at the heart of the method.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WEIGHTING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Choose weights to match the pre-period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Pick weights w on the donor units to minimize pre-treatment prediction error (e.g. RMSE of weighted donors vs. treated).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Subject to two constraints that define the method's character.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Non-negative: every weight ≥ 0 — include or omit a donor, never subtract one.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Sum to one: the weights form a convex combination — a weighted average.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Solve it with constrained optimization (SLSQP) or projected gradient.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minimize ||Y_treated,pre − W·Y_donors,pre|| subject to w ≥ 0 and Σw =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THESE CONSTRAINTS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Convexity buys interpolation and transparency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Non-negative weights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w ≥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short positions on donors.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Forbids fitting by subtraction.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Keeps the blend interpretable.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Weights sum to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Σw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weighted average, on the donors' scale.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Synthetic lies in the convex hull.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extrapolation beyond the data.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Consequence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sparsity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Most weights are exactly zero.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handful of named donors carry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 can inspect and defend the mix.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synthetic control is an interpolation among real units — never a projection beyond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Convex weights mean the synthetic unit can only blend donors you actually observed. If the treated unit lies outside their hull, the method tells you so by fitting badly.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Pre-treatment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credibility of the whole design lives or dies on how well the synthetic unit tracks the treated one before treatment.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FIT IS THE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Good pre-period fit licenses the counterfactual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the synthetic unit matched the treated unit for many pre-periods, it likely would have kept matching absent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Then the post-period gap is the effect — the synthetic is a credible 'what would have happened.'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the curves diverge before treatment, the premise fails and the gap is contaminated by fit error.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 the whole path, not a single moment; report the pre-period RMSE.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Precondition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No good pre-fit, no identification. A poor match means the design has not produced a counterfactual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to judge the fit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Plot treated vs. synthetic over the full pre-period — eyeball the tracking.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Report pre-period RMSE as the headline fit statistic.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Check that the match holds early, not just in the last pre-period.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long pre-period makes a good fit meaningful; a short one makes it cheap.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Red flag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synthetic that matches only the final pre-period level but misses the earlier trajectory is overfitting, not fitting.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Placebo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With one treated unit there is no standard error — so we permute the treatment across units and rank what we see.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IN-SPACE PLACEBO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Inference by permuting the treatment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Pretend each donor is treated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re-run the full estimator with that donor as the target.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Collect placebo gaps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reference distribution of 'effects' where none should exist.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Pick a statistic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ratio of post-period to pre-period RMSE.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Rank the treated unit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its position gives an exact permutation p-value.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Largest of 20 ratios → p ≈ 1/20 = 0.05. No large-sample theory required.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THE RMSE RATIO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Rank the post/pre RMSE ratio, not the raw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donor that simply fits badly before treatment shows a big post gap for the wrong reason.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post/pre RMSE ratio penalizes poor pre-period fit.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rewards exactly the signature we want: a tight pre-period match then a sharp post-period divergence.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Drop placebos with terrible pre-fit before ranking — they are noise, not evidence.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statistic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ratio = post-period RMSE ÷ pre-period RMSE. Large only when the unit fit well and then broke away.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p-value is a rank, not a t-statistic.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You are not estimating a standard error. You are asking whether the treated unit's gap is extreme within a reference set of placebo gaps you generated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SC versus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Both compare a treated unit to untreated ones over time — but they make very different bets about the comparison.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WAYS TO BUILD THE COUNTERFACTUAL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Equal weights vs. fitted weights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Difference-in-differences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Every control unit weighted equally.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Assumes parallel trends on raw averages.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Happy with many treated units.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Fails if trends visibly diverge.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Synthetic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Data-driven convex weights.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Fit enforced over the pre-period.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Built for one treated unit.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Fails if no blend fits or treated is an outlier.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WHICH TOOL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Choosing between SC and DiD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743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Situation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Lean toward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One treated unit, long pre-period, rich donors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Synthetic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Many treated units, short panel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Difference-in-differences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Raw parallel trends look implausible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Synthetic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Treated unit is an outlier (outside hull)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Neither — extrapolation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Thin donor pool, short pre-period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Neither — poor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Rule of thumb: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SC is the comparative-case-study tool: one treated unit, a long pre-period, and donors that can blend to match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WHEN NOT TO USE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Synthetic control's failure modes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convex blend fits the pre-period — short window or thin/dissimilar donors.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Treated unit lies outside the donors' convex hull — a match would require extrapolation.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Anticipation: the effect starts before the official date, contaminating the pre-period.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Interference: the intervention spills over onto donors, so they are no longer 'untreated.'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method is honest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large pre-period RMSE is the method telling you it cannot build a credible counterfactual. Listen to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California &amp; Prop 99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canonical application: did California's 1988 tobacco-control program cut cigarette consumption?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PROPOSITION 99 (1988)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synthetic California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intervention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California's Prop 99 raised cigarette taxes and funded anti-smoking programs.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donor pool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other U.S. states without comparable programs, observed for years before 1988.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synthetic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weighted blend of a few states that tracks California's pre-1988 consumption.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result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per-capita sales fall well below synthetic California; placebo tests make it significant.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A single treated state, a clean pre-period, and inference by permuting across the other states — the template for the field.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MADE IT CONVINCING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the Prop 99 study persuaded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Long pre-period fit: synthetic California hugged real California for years before 1988.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transparent, sparse donor mix you could name and scrutinize.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Placebo tests: California's gap was an outlier among all states' placebo gaps.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estimate survived dropping high-weight donors and shifting the pre-period.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Leave-one-out and backdating checks are now standard companions to any synthetic-control result.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Build the comparison; don't assume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week: simulate a panel with a known effect, solve for convex weights, recover the truth, and earn a p-value by permuting the treatment across donors. See you in the lab.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