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III — Quasi-experimental designs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Regression Discontinuity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Just above vs. just below a cutoff is almost a coin flip — so the cutoff hands you a local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9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cutoff idea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known threshold turns an assignment rule into a local experiment.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Sharp vs. fuzzy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Deterministic step versus a jump in treatment probability.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Continuity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one assumption RD rests on — and local randomization.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Estimation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Local polynomials and the bias–variance bandwidth choice.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Validity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McCrary density, placebo cutoffs, donut-hole robustness.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Two cases + lab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scholarship cutoff, a clinical threshold, then code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III: designs that borrow an experiment from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Adjustment methods (Block II) need every confounder measured — a strong, often unmet, demand.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Quasi-experimental designs instead exploit how treatment was assigned to mimic randomization.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Week 8 used an instrument; this week the instrument is a cutoff.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RD's appeal: the identifying assumption is unusually weak and unusually checkable.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price: the effect is LOCAL — it speaks only for units near the cutoff.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One-line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a rule treats everyone above a threshold and no one below, compare units just above to units just below.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Cutoffs are everywhere once you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Scholarships and admissions: a test score ≥ a passing mark.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Clinical guidelines: treat if a biomarker crosses a threshold.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Policy: benefits that switch on at an income or age line.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Elections: who wins a seat at 50% of the vote.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Each rule hands you a comparison the world set up for 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Running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score, biomarker, age, or vote share that the cutoff is applied to. Call it 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cutoff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Far from the threshold, treated and untreated units differ. Right at it, they are nearly interchangeable.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Just above vs. just below is almost a coin flip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student scoring 90.1 and one scoring 89.9 are essentially the same student.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one is admitted and one is not — the cutoff alone separates them.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any difference in their later outcomes is the program, not the students.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This is a randomized experiment the assignment rule ran for you.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only holds NEAR the cutoff — that is the catch we keep returning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Estimand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effect for units AT the cutoff — not the average over everyone.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Two students one point apart are the same student; only the cutoff differs. So the jump at the cutoff is the treatment.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Regression discontinuity turns a bureaucratic threshold into a local experiment — the design's whole power and its whole limitation.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Sharp vs. fuzzy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Does crossing the cutoff DETERMINE treatment, or merely make it more likely?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Sharp and fuzzy designs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SHARP 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D is a step at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Everyone above c treated; no one below.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P(D=1) jumps 0 → 1 at the cutoff.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outcome jump IS the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Estimand: ATE for units at 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FUZZY 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P(D) jumps at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Crossing c only raises the chance of treatment.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e.g. enrollment 0.2 → 0.7 at 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Scale the outcome jump by the treatment jump.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Estimand: a LATE (compliers).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FUZZY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Fuzzy RD is IV at the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Reduced form: the jump in the OUTCOME at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First stage: the jump in TREATMENT probability at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= reduced form ÷ first stage — a Wald ratio.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Identical algebra to the instrumental-variables estimator of Week 8.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identifies a LATE: the effect for units moved across treatment by crossing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divide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only half the above-cutoff units actually take treatment, the outcome jump is half the per-treated effect. Dividing restores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DESIGNS,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jumps, and what you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jumps at 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Estimator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Identifies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Sharp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Treatment 0 →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Jump in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ATE at the cutoff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Fuzzy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P(treatment), e.g. .2 → .7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Jump-Y ÷ jump-P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LATE (compliers)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Same backbone: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Both read a discontinuity at c; fuzzy just rescales it by the first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continuity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RD does not assume random assignment. It assumes the no-treatment world would be smooth at the cutoff.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IDENTIFYING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Continuity at the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Assume E[Y(0) | R] and E[Y(1) | R] are continuous in R at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words: absent treatment, the outcome would pass smoothly through the cutoff.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the ONLY thing that changes discontinuously at c is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So a jump in observed Y at c must be the treatment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weaker and more transparent than 'no unmeasured confounders.'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Local randomization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Stronger sibling view: in a tiny window around c, which side you fall on is as good as random.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CAN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Threats to continuity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Manipulation / 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Units precisely control R and jump the cutoff.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two sides stop being comparable.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Caught by the density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 coinciding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Another program uses the SAME cutoff.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second thing jumps at 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jump mixes two effects.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Functional-form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global polynomial invents a jump.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Curvature masquerades as a discontinuity.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Caught by placebo cutoffs.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Fit the relationship locally on each side of the cutoff — then read off the gap.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Local linear RD in four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Window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keep points within bandwidth h of the cutoff c.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Fit each side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separate linear fit for R &lt; c and R ≥ c.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Read the gap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difference of fitted intercepts at c is the jump.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Stress-test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vary h; run placebo, donut, and density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In practice one regression with a treatment dummy and its interaction with (R−c) does all of steps 2–3 at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 WARNING WORTH A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Local, not global — never trust a high-order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global high-order polynomial uses faraway points to set the value at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Curvature in the tails can manufacture a jump that isn't there.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Gelman &amp; Imbens: avoid high-order global polynomials in RD.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Trust points NEAR the cutoff; fit them with a line or a quadratic.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Rule of thumb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Linear or quadratic, local, within a sensible bandwidth — and report the bandwidth.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CHOOSING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bandwidth is a bias–variance 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Wide h: many points, low variance — but the line reaches curvature and biases the jump.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Narrow h: little bias from curvature — but few points, so the estimate is noisy.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Report the estimate across a range and show it is stable.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Data-driven optimal bandwidths (e.g. rdrobust) automate the tradeoff.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What to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An estimate-vs-bandwidth plot. A flat middle region is the reassuring picture.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Validity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An RD estimate is only as credible as the checks you run around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CHECK 1 ·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McCrary density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units sort across the cutoff, the density of R spikes just above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Estimate the density on each side and test for a jump at 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Smooth density ⇒ no evidence of manipulation (reassuring).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 spike just above c ⇒ self-selection; the two sides aren't comparable.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rddensity (R) implements the formal Cattaneo–Jansson–Ma version of the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CHECKS 2 &amp; 3 · FALSIFICATION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Placebo cutoffs and the donut 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Placebo cutoff: re-run the estimator where no treatment changes — it should return ~0.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non-zero placebo 'effect' means you're reading curvature, not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Donut hole: drop a tiny window right at c and re-estimate.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Stable ⇒ the effect isn't an artifact of heaping or manipulation at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Also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Pre-determined covariates should NOT jump at c — they're a placebo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Continuity is an assumption, but its fingerprints — smooth density, smooth covariates, zero placebo effects — are all checkable.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is why RD is among the most trusted quasi-experimental designs: the thing you assume leaves testable traces.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Two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scholarship cutoff and a clinical treatment threshold — the same logic in different worlds.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A · A SCHOLARSHIP CUTOFF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a merit scholarship raise graduation rates?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Running variable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test score; the award needs score ≥ a published cutoff.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Design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sharp if the award is automatic; fuzzy if students must accept and some don't.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Check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density smooth at the cutoff? scores aren't easily gamed to the decimal.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Read-off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jump in graduation at the cutoff is the scholarship's local effect.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B · A CLINICAL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treating at a biomarker cutoff help patients?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Running variable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biomarker; guidelines treat at or above a threshold.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Design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often FUZZY: clinicians use judgment, so treatment probability only jumps.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Check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can readings be nudged across the line? test the density for sorting.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Read-off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scale the outcome jump by the treatment jump (a Wald ratio).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machinery: a running variable, a cutoff, a jump — and the checks that earn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To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Simulate a known jump, recover it, then try to break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LAB 6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you'll do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Simulate a sharp RD with a KNOWN jump and recover it by local linear regression.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Sweep the bandwidth and watch bias appear as the window widens.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Run placebo cutoffs (expect ~0) and a donut-hole check (expect stability).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Sketch a McCrary-style density check for manipulation.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Then a FUZZY RD: scale the reduced form by the first stage to recover the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Because you set the jump in code, you can assert your estimate recovers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Window · fit each side · read the gap · stress-test.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Next week we trade a cutoff in space for a break in time: difference-in-differences and panel methods.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