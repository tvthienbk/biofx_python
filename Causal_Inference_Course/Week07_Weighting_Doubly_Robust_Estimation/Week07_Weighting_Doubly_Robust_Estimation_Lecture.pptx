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 — Adjustment for confounding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Weighting &amp; Doubly Robust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Inverse-probability weighting, stabilized weights, and estimators that survive one modeling mistake.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7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From matching to weighting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Reweighting builds a pseudo-population where treatment is unconfounded.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IPW estimator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Weight by 1/P(observed treatment | X); HT vs Hájek.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Stabilized &amp; truncated weights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Shrink the tail without changing the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Extreme weights &amp; positivity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diagnosis, not a nuisance — overlap is everything.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Marginal structural models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Weighting's home turf: time-varying treatments.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AIPW &amp; doubly robust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Two shots at the truth; a first look at targeted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II so far — three ways to adjust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Regression &amp; control: model the outcome's dependence on confounders.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Matching &amp; propensity scores: build comparable treated/control sets.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week — weighting: reweight the sample so confounders no longer predict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All three need the same currency: no unmeasured confounding plus positivity.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Weighting is also the gateway to doubly robust and modern ML estimators.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throughline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Same assumptions, different machinery. Weighting will hand us the cleanest path to double robustness.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Don't model the outcome — reweight the world until treatment looks random.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Inverse-probability weighting attacks confounding from the treatment side, not the outcome side. That single shift unlocks marginal structural models and doubly robust estimation.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Weighting &amp; the pseudo-population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Up-weight the under-represented covariate profiles until the treated and control groups are interchangeable.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Inverse-probability weighting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unit gets weight 1 / P(the treatment it actually received | 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Treated unit: weight 1/e. Control unit: weight 1/(1−e).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Rare-but-observed profiles stand in for the copies we didn't see.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the reweighted pseudo-population, treatment ⫫ confounders.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So a simple weighted difference in means estimates the 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Propensity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e(X) = P(T=1 | X), the same score we matched on last week — now it powers the weights.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the weights actually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treated unit with e = 0.1 was unlikely to be treated → weight 10, it represents ~10 similar units.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treated unit with e = 0.9 was almost certain to be treated → weight ~1.1, it represents mostly itself.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Weighting manufactures the missing counterfactual copies from the units we did observe.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Up-weighting the under-represented profiles balances the two arms.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Picture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Weighting stretches and shrinks the sample until the covariate distributions of treated and control coincide.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ASSUMPTIONS, NO FREE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IPW needs to be valid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Exchangeability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no unmeasured confounding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Within X, treatment is as good as random.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Lets E[T|X] = e(X) replace the unknowable.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Untestable — argue it from the DAG.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Positivity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0 &lt; e(X) &lt; 1 for every covariate profile.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Else a weight is 1/0 — undefined.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Checkable: look at the propensity overlap.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Consistency / SUTVA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well-defined treatment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Observed Y equals the potential outcome under the received arm.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interference between units.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backbone as every method this term.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IPW estimator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weights to a number: Horvitz–Thompson, Hájek, and the weighted regression that gives the same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DERIVATION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the weighted treated mean is E[Y(1)]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E[ T·Y / e(X) ] = E[ E[T|X]·Y(1) / e(X) ] by exchangeability.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E[T|X] = e(X) cancels the weight, leaving E[Y(1)].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Symmetrically, (1−T)·Y / (1−e) averages to E[Y(0)].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ATE = mean of T·Y/e − mean of (1−T)·Y/(1−e).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Positivity is what keeps both denominators away from zero.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Estimand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This targets the ATE over the whole population — every profile is represented in the pseudo-population.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ESTIMATORS, ONE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Horvitz–Thompson vs. Hájek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Horvitz–Thompson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divide by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mean(T·Y/e) − mean((1−T)·Y/(1−e)).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Exactly unbiased.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High variance; weights needn't sum to 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Hájek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divide by Σ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Self-normalizing ratio in each arm.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Slightly biased, much more stable.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What stabilized weights deliver.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IPW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Five steps from data to an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Model treatment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fit e(X) = P(T=1 | X).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Form weights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1/e for treated, 1/(1−e) for controls.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Check weights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distribution, max, effective sample size.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Weighted mean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Hájek difference across arms.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Inference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robust/sandwich or bootstrap standard errors.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A weighted regression of Y on T reproduces the same ATE — and generalizes to a marginal structural model.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Stabilized &amp; truncated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Taming the tail: shrink the variance of the weights without changing what you are estimating.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STABILIZATION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Multiply by the marginal — get mean-one weights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Stabilized weight = P(T=t) / P(T=t | X), versus 1 / P(T=t | 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large-sample estimand; far smaller weight variance.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Correctly specified, stabilized weights average to ≈ 1 — a built-in diagnostic.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default for marginal structural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Sanity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Mean stabilized weight far from 1? Your propensity model is probably misspecified.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TRUNCATION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Cap the extremes — on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Clip weights at, e.g., the 1st and 99th percentiles.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Variance drops sharply; a small bias is introduced.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Lower the cap → more bias, less variance: MSE is U-shaped.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Report the threshold and a sensitivity curve — never cap silently.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Truncation is a deliberate bias-for-variance bargain, not a bug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SAME DATA, THREE WEIGHTINGS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stabilizing and truncating do to the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Weighting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Max weight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Effect on estimate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Unstabilized (1/e)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very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unbiased, high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Stabilized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1.0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unbiased, lower var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Truncated @ 99th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small bias, lowest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the tail: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The max weight is the headline number — it tells you how fragile the estimate 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Extreme weights &amp; positivity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When the weights explode, the data are telling you an arm is nearly empty somewhere. Listen.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SYMPTOM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Extreme weights are positivity screaming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weight of 180 means a propensity of ~0.994 — that profile is almost never in the other arm.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One huge weight can dominate the estimate; effective sample size collapses.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cause is structural: poor overlap, not a coding bug.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Diagnose first — plot the propensity histograms by arm.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Effective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(Σw)² / Σw² tells you how many 'real' observations your weights are worth. Watch it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POSITIVITY: DETECT, THEN RESPOND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Your menu when overlap is poor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Propensity histograms by arm.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Max weight &amp; effective sample size.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Regions with e near 0 or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Respond — cheap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Stabilize the weights.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Truncate transparently and report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Bootstrap to show the fragility.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Respond — honest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Redefine the estimand (ATT, overlap weights).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Restrict to the region of common support.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Concede the question is unanswerable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No weight can conjure a counterfactual that the data never observed.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If an arm is empty in some covariate region, positivity fails there. Truncation hides it; a redefined estimand confronts it honestly.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Marginal structural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Weighting's killer app: time-varying treatments and time-varying confounders, where regression adjustment is biased.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model for the potential-outcome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MSM models E[Y(t)] directly, e.g. E[Y(t)] = β0 + β1·t.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by weighted regression using (stabilized) IP weights.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slope β1 is the ATE in the pseudo-population.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Extends naturally to a treatment history over many time points.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'marginal'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It models the marginal (population) potential-outcome mean, not an outcome conditional on confounders.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CASE FOR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time-varying confounding breaks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confounder affected by past treatment is both a confounder and a mediator.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Adjusting for it in regression blocks part of the effect (it's a mediator) yet leaving it out confounds (it's a confounder).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single regression can win — conditioning is the wrong tool.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IP weighting sidesteps the trap by reweighting on treatment history instead of conditioning.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Epidemiology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Classic example: time-varying drug exposure in a cohort, with a biomarker that both responds to and drives future dosing.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· A TIME-VARYING TREATMENT IN A COHORT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MSM for a longitudinal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Exposure history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treatment can switch on/off over visits.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Time-varying confounder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biomarker driven by past treatment and driving future treatment.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Stabilized weights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product of visit-by-visit treatment probabilities.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Fit the MSM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weighted regression of the outcome on cumulative exposure.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Regression adjustment is biased here; weighting is the standard fix (Robins, Hernán &amp; Brumback 2000).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AIPW &amp; doubly robust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Combine the propensity model and an outcome model so that getting EITHER one right is enough.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ESTIMATOR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Augmented IPW = outcome model + weighted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Start from the outcome-model prediction m̂(X).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Add an IPW-weighted correction of its residuals (Y − m̂).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correction has mean zero if the propensity model is correct.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residuals have mean zero if the outcome model is correct.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Either way, one of the two pieces saves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Plug-and-play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Any regressor for m̂ and any classifier for ê slot in — including flexible machine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PROMISE, STATED PRECISELY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'doubly robust' does and doesn't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Consistent if…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Propensity model correct (outcome model wrong), 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Outcome model correct (propensity model wrong).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Two independent shots at the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Fails if…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BOTH models are misspecified.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Positivity is violated (no weights help).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'Doubly robust' ≠ 'assumption-free.'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DOUBLE ROBUSTNESS, MADE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AIPW recovers the truth unless BOTH models are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Propensity model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Outcome model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AIPW recovers ATE?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WRONG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correct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 — outcome model rescues it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 — propensity model rescues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WRONG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WRONG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 — biased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You'll prove this in the notebook: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All four rows are demonstrated on simulated data with a known 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first look at targeted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AIPW is the doorway to TMLE (targeted maximum likelihood estimation).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TMLE uses flexible ML for both nuisance models, plus a targeting step that removes plug-in bias.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keeps valid confidence intervals despite the machine learning.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doubly robust spirit, with a sharper inference guarantee.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Week 12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Double/debiased ML formalizes this: cross-fitting + Neyman-orthogonal scores. AIPW is the first orthogonal estimator you meet.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workflow you can defend, and the habits that keep weighting honest.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WEIGHTING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From question to a defensible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Estimand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ATE, ATT, or an overlap-weighted effect?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Propensity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fit and CHECK overlap before weighting.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Weights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stabilize; truncate only if you report it.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Hájek IPW, then AIPW for robustness.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Stress-test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vary the truncation; bootstrap the interval.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If IPW and AIPW disagree sharply, suspect a misspecified propensity model or a positivity problem.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ONE-SLIDE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When to reach for which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Plain IPW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Transparent; one model to defend.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Good overlap, trustworthy propensity.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Vulnerable if e(X) is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AIPW / doubly robust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Two models, two chances to be right.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Default when unsure which to trust.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Pairs naturally with ML nuisances.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Marginal structural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Time-varying treatment &amp; confounding.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Weighted regression of Y on exposure.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Where regression adjustment fails.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Weight to balance, augment to be safe, and always look at the tail of your weights.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estimate an ATE by IPW, watch stabilization and truncation tame the weights, and prove double robustness to yourself on data with a known answer.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